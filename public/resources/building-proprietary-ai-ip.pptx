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92a5f62c0d40f9" /><Relationship Type="http://schemas.openxmlformats.org/officeDocument/2006/relationships/extended-properties" Target="/docProps/app.xml" Id="R15e9121258dc4d5d" /><Relationship Type="http://schemas.openxmlformats.org/officeDocument/2006/relationships/officeDocument" Target="/ppt/presentation.xml" Id="Re3b68592f53a41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f96721c2d34f80"/>
  </p:sldMasterIdLst>
  <p:notesMasterIdLst>
    <p:notesMasterId xmlns:r="http://schemas.openxmlformats.org/officeDocument/2006/relationships" r:id="R12b4fb90a1af4c0b"/>
  </p:notesMasterIdLst>
  <p:sldIdLst>
    <p:sldId xmlns:r="http://schemas.openxmlformats.org/officeDocument/2006/relationships" id="256" r:id="Rbfba88c8f32f4060"/>
    <p:sldId xmlns:r="http://schemas.openxmlformats.org/officeDocument/2006/relationships" id="257" r:id="Rb5103b1ab9a04166"/>
    <p:sldId xmlns:r="http://schemas.openxmlformats.org/officeDocument/2006/relationships" id="258" r:id="R6bb7c66e59d549f6"/>
    <p:sldId xmlns:r="http://schemas.openxmlformats.org/officeDocument/2006/relationships" id="259" r:id="R0cc5aa6f80ed4092"/>
    <p:sldId xmlns:r="http://schemas.openxmlformats.org/officeDocument/2006/relationships" id="260" r:id="R9398bcbad24b4f1c"/>
    <p:sldId xmlns:r="http://schemas.openxmlformats.org/officeDocument/2006/relationships" id="261" r:id="Rf4235b7f56ff4bf8"/>
    <p:sldId xmlns:r="http://schemas.openxmlformats.org/officeDocument/2006/relationships" id="262" r:id="R8fff45eeea8844dd"/>
    <p:sldId xmlns:r="http://schemas.openxmlformats.org/officeDocument/2006/relationships" id="263" r:id="R3fcc7f48ed394c70"/>
    <p:sldId xmlns:r="http://schemas.openxmlformats.org/officeDocument/2006/relationships" id="264" r:id="R39be1d0b8d55481d"/>
    <p:sldId xmlns:r="http://schemas.openxmlformats.org/officeDocument/2006/relationships" id="265" r:id="R08a89e87cae2462f"/>
    <p:sldId xmlns:r="http://schemas.openxmlformats.org/officeDocument/2006/relationships" id="266" r:id="Rc2bffeaa8ccb4fab"/>
    <p:sldId xmlns:r="http://schemas.openxmlformats.org/officeDocument/2006/relationships" id="267" r:id="R1b81a5218a1a44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10e043c32440b0" /><Relationship Type="http://schemas.openxmlformats.org/officeDocument/2006/relationships/slideMaster" Target="/ppt/slideMasters/slideMaster1.xml" Id="Racf96721c2d34f80" /><Relationship Type="http://schemas.openxmlformats.org/officeDocument/2006/relationships/notesMaster" Target="/ppt/notesMasters/notesMaster1.xml" Id="R12b4fb90a1af4c0b" /><Relationship Type="http://schemas.openxmlformats.org/officeDocument/2006/relationships/presProps" Target="/ppt/presProps.xml" Id="Rc9be2f83fef04e5d" /><Relationship Type="http://schemas.openxmlformats.org/officeDocument/2006/relationships/tableStyles" Target="/ppt/tableStyles.xml" Id="R5357073a804e4485" /><Relationship Type="http://schemas.openxmlformats.org/officeDocument/2006/relationships/slide" Target="/ppt/slides/slide1.xml" Id="Rbfba88c8f32f4060" /><Relationship Type="http://schemas.openxmlformats.org/officeDocument/2006/relationships/slide" Target="/ppt/slides/slide2.xml" Id="Rb5103b1ab9a04166" /><Relationship Type="http://schemas.openxmlformats.org/officeDocument/2006/relationships/slide" Target="/ppt/slides/slide3.xml" Id="R6bb7c66e59d549f6" /><Relationship Type="http://schemas.openxmlformats.org/officeDocument/2006/relationships/slide" Target="/ppt/slides/slide4.xml" Id="R0cc5aa6f80ed4092" /><Relationship Type="http://schemas.openxmlformats.org/officeDocument/2006/relationships/slide" Target="/ppt/slides/slide5.xml" Id="R9398bcbad24b4f1c" /><Relationship Type="http://schemas.openxmlformats.org/officeDocument/2006/relationships/slide" Target="/ppt/slides/slide6.xml" Id="Rf4235b7f56ff4bf8" /><Relationship Type="http://schemas.openxmlformats.org/officeDocument/2006/relationships/slide" Target="/ppt/slides/slide7.xml" Id="R8fff45eeea8844dd" /><Relationship Type="http://schemas.openxmlformats.org/officeDocument/2006/relationships/slide" Target="/ppt/slides/slide8.xml" Id="R3fcc7f48ed394c70" /><Relationship Type="http://schemas.openxmlformats.org/officeDocument/2006/relationships/slide" Target="/ppt/slides/slide9.xml" Id="R39be1d0b8d55481d" /><Relationship Type="http://schemas.openxmlformats.org/officeDocument/2006/relationships/slide" Target="/ppt/slides/slide10.xml" Id="R08a89e87cae2462f" /><Relationship Type="http://schemas.openxmlformats.org/officeDocument/2006/relationships/slide" Target="/ppt/slides/slide11.xml" Id="Rc2bffeaa8ccb4fab" /><Relationship Type="http://schemas.openxmlformats.org/officeDocument/2006/relationships/slide" Target="/ppt/slides/slide12.xml" Id="R1b81a5218a1a44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f1e07aa3aa4d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7b9d6370db4569" /><Relationship Type="http://schemas.openxmlformats.org/officeDocument/2006/relationships/notesMaster" Target="/ppt/notesMasters/notesMaster1.xml" Id="R6e40be48b32e49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df0bd8e99248a9" /><Relationship Type="http://schemas.openxmlformats.org/officeDocument/2006/relationships/notesMaster" Target="/ppt/notesMasters/notesMaster1.xml" Id="R07a251545f5e40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ccbb1607fe4f65" /><Relationship Type="http://schemas.openxmlformats.org/officeDocument/2006/relationships/notesMaster" Target="/ppt/notesMasters/notesMaster1.xml" Id="Rabe15d392b034d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5e3cf07b964cd7" /><Relationship Type="http://schemas.openxmlformats.org/officeDocument/2006/relationships/notesMaster" Target="/ppt/notesMasters/notesMaster1.xml" Id="Rb131b6d483e548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5eb0f010f54107" /><Relationship Type="http://schemas.openxmlformats.org/officeDocument/2006/relationships/notesMaster" Target="/ppt/notesMasters/notesMaster1.xml" Id="R0e247151f57d46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7161625b4043d7" /><Relationship Type="http://schemas.openxmlformats.org/officeDocument/2006/relationships/notesMaster" Target="/ppt/notesMasters/notesMaster1.xml" Id="Rf5be1ab2021c4b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532544f81b4cf6" /><Relationship Type="http://schemas.openxmlformats.org/officeDocument/2006/relationships/notesMaster" Target="/ppt/notesMasters/notesMaster1.xml" Id="R8339fa8d6d0d46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428a8f74db4744" /><Relationship Type="http://schemas.openxmlformats.org/officeDocument/2006/relationships/notesMaster" Target="/ppt/notesMasters/notesMaster1.xml" Id="R0016461af2a3491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fa1b75bc7c46c7" /><Relationship Type="http://schemas.openxmlformats.org/officeDocument/2006/relationships/notesMaster" Target="/ppt/notesMasters/notesMaster1.xml" Id="R97fdef93595e4f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9b33f44fb44fef" /><Relationship Type="http://schemas.openxmlformats.org/officeDocument/2006/relationships/notesMaster" Target="/ppt/notesMasters/notesMaster1.xml" Id="Rfc736c05a78043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e2c66645f1a41f8" /><Relationship Type="http://schemas.openxmlformats.org/officeDocument/2006/relationships/notesMaster" Target="/ppt/notesMasters/notesMaster1.xml" Id="Rc07f5688d5b146e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83212d7c5bd40ce" /><Relationship Type="http://schemas.openxmlformats.org/officeDocument/2006/relationships/notesMaster" Target="/ppt/notesMasters/notesMaster1.xml" Id="Rc43e110fc91c4d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e67438c1a645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f207d771a84e06" /><Relationship Type="http://schemas.openxmlformats.org/officeDocument/2006/relationships/slideLayout" Target="/ppt/slideLayouts/slideLayout1.xml" Id="R1a156ef9b5a14b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156ef9b5a14b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d9550074a47f6" /><Relationship Type="http://schemas.openxmlformats.org/officeDocument/2006/relationships/notesSlide" Target="/ppt/notesSlides/notesSlide1.xml" Id="Rb31b173eaa8641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ca91e7cb247f8" /><Relationship Type="http://schemas.openxmlformats.org/officeDocument/2006/relationships/notesSlide" Target="/ppt/notesSlides/notesSlide2.xml" Id="Ra313161c458946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c1491650e42dd" /><Relationship Type="http://schemas.openxmlformats.org/officeDocument/2006/relationships/notesSlide" Target="/ppt/notesSlides/notesSlide3.xml" Id="Rdacc2663c56944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d84f1352d64ae2" /><Relationship Type="http://schemas.openxmlformats.org/officeDocument/2006/relationships/notesSlide" Target="/ppt/notesSlides/notesSlide4.xml" Id="R3c143b45428a45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88e0c2d09c4e30" /><Relationship Type="http://schemas.openxmlformats.org/officeDocument/2006/relationships/notesSlide" Target="/ppt/notesSlides/notesSlide5.xml" Id="R5a33ead0bcd04e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63900e79741ec" /><Relationship Type="http://schemas.openxmlformats.org/officeDocument/2006/relationships/notesSlide" Target="/ppt/notesSlides/notesSlide6.xml" Id="R1c337465003c4d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d9459c6d94d48" /><Relationship Type="http://schemas.openxmlformats.org/officeDocument/2006/relationships/notesSlide" Target="/ppt/notesSlides/notesSlide7.xml" Id="R4b9f0e6661b24e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0574960df74e4c" /><Relationship Type="http://schemas.openxmlformats.org/officeDocument/2006/relationships/notesSlide" Target="/ppt/notesSlides/notesSlide8.xml" Id="R22ede7db5c9e4b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d069551184b55" /><Relationship Type="http://schemas.openxmlformats.org/officeDocument/2006/relationships/notesSlide" Target="/ppt/notesSlides/notesSlide9.xml" Id="R5fafecc7c79046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c9c56ef994dd9" /><Relationship Type="http://schemas.openxmlformats.org/officeDocument/2006/relationships/notesSlide" Target="/ppt/notesSlides/notesSlide10.xml" Id="R26b0f5278bd54b9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c268d9ca054e02" /><Relationship Type="http://schemas.openxmlformats.org/officeDocument/2006/relationships/notesSlide" Target="/ppt/notesSlides/notesSlide11.xml" Id="Rbc55c6972b94426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96a4412334842" /><Relationship Type="http://schemas.openxmlformats.org/officeDocument/2006/relationships/notesSlide" Target="/ppt/notesSlides/notesSlide12.xml" Id="R450da662148c4c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4C3E5-2487-4B51-9E37-6ACA978C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FC8FF"/>
                </a:solidFill>
              </a:defRPr>
            </a:pPr>
            <a:r>
              <a:rPr sz="1050" b="1">
                <a:solidFill>
                  <a:srgbClr val="AFC8FF"/>
                </a:solidFill>
              </a:rPr>
              <a:t>AI7LAB EXECUTIVE BRIEF ·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9B47BA-B133-48A4-B4FF-3C0B599E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Building Proprietary AI 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3F41F-8271-40EC-A886-85B533B4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D6E4FF"/>
                </a:solidFill>
              </a:defRPr>
            </a:pPr>
            <a:r>
              <a:rPr sz="1875">
                <a:solidFill>
                  <a:srgbClr val="D6E4FF"/>
                </a:solidFill>
              </a:rPr>
              <a:t>A practical decision framework for UAE and GCC enterprise leaders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D1839-B96E-40A2-B29E-CAA85ABF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AFC8FF"/>
                </a:solidFill>
              </a:defRPr>
            </a:pPr>
            <a:r>
              <a:rPr sz="900">
                <a:solidFill>
                  <a:srgbClr val="AFC8FF"/>
                </a:solidFill>
              </a:rPr>
              <a:t>AI7Lab · ai7lab.net · UAE / GCC</a:t>
            </a:r>
          </a:p>
        </p:txBody>
      </p:sp>
    </p:spTree>
    <p:extLst>
      <p:ext uri="{BB962C8B-B14F-4D97-AF65-F5344CB8AC3E}">
        <p14:creationId xmlns:p14="http://schemas.microsoft.com/office/powerpoint/2010/main" val="14304704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0758F-5A26-43C7-997F-F63EB5F1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AI7LAB EXECUTIVE BRIEF ·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ECCD7-9C96-4272-8589-832B8837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Why AI now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82DF12-E663-4C82-9ED4-500F59CD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906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Evaluation and correction 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Define the business outcome and accountable owner.</a:t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Connect data, integrations, controls, and evaluation.</a:t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Measure successful outcomes, exceptions, risk, and cost.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80374-C170-40E1-B58F-0005A488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AI7Lab · ai7lab.net · UAE / GCC</a:t>
            </a:r>
          </a:p>
        </p:txBody>
      </p:sp>
    </p:spTree>
    <p:extLst>
      <p:ext uri="{BB962C8B-B14F-4D97-AF65-F5344CB8AC3E}">
        <p14:creationId xmlns:p14="http://schemas.microsoft.com/office/powerpoint/2010/main" val="20721800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733D6-3C2B-4B9E-B9F4-7E57A6C9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AI7LAB EXECUTIVE BRIEF ·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8EB8A-5161-42CA-B06F-A38D8013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High-value use cases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8D53A7-6EC9-4C50-9BE2-EC16387E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906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Replaceable models, durable operations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Define the business outcome and accountable owner.</a:t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Connect data, integrations, controls, and evaluation.</a:t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Measure successful outcomes, exceptions, risk, and cost.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4F0C4B-91EC-4423-86AA-C847EDB2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AI7Lab · ai7lab.net · UAE / GCC</a:t>
            </a:r>
          </a:p>
        </p:txBody>
      </p:sp>
    </p:spTree>
    <p:extLst>
      <p:ext uri="{BB962C8B-B14F-4D97-AF65-F5344CB8AC3E}">
        <p14:creationId xmlns:p14="http://schemas.microsoft.com/office/powerpoint/2010/main" val="8117402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8BF4AE-1221-423D-A1CA-F6242FC0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AI7LAB EXECUTIVE BRIEF ·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D40BE0-E04E-4DA0-89F2-2D72B7F4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What should not be automated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23DA93-B42D-4F38-9B3E-7E915FE9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906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Owned schemas and workflows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Define the business outcome and accountable owner.</a:t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Connect data, integrations, controls, and evaluation.</a:t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Measure successful outcomes, exceptions, risk, and cost.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CC6EE3-D9AC-4FEB-99BA-6B7D9438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AI7Lab · ai7lab.net · UAE / GCC</a:t>
            </a:r>
          </a:p>
        </p:txBody>
      </p:sp>
    </p:spTree>
    <p:extLst>
      <p:ext uri="{BB962C8B-B14F-4D97-AF65-F5344CB8AC3E}">
        <p14:creationId xmlns:p14="http://schemas.microsoft.com/office/powerpoint/2010/main" val="499703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767E48-0876-4718-AFA1-6DEB7D78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AI7LAB EXECUTIVE BRIEF ·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331872-8C3B-4E7E-A9A4-61EADDE0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Required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40A32-03C3-47CE-B5DF-9DD678CD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906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Evaluation and correction 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Define the business outcome and accountable owner.</a:t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Connect data, integrations, controls, and evaluation.</a:t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Measure successful outcomes, exceptions, risk, and cost.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D94BF3-7D14-468F-9432-F8368EBD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AI7Lab · ai7lab.net · UAE / GCC</a:t>
            </a:r>
          </a:p>
        </p:txBody>
      </p:sp>
    </p:spTree>
    <p:extLst>
      <p:ext uri="{BB962C8B-B14F-4D97-AF65-F5344CB8AC3E}">
        <p14:creationId xmlns:p14="http://schemas.microsoft.com/office/powerpoint/2010/main" val="18040872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E9B6FB-CD14-474D-A967-927271A3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AI7LAB EXECUTIVE BRIEF ·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DF417A-C115-4883-A63B-C1D3E8B8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Reference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A81E41-5E71-466F-A664-C4ABB880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906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Replaceable models, durable operations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Define the business outcome and accountable owner.</a:t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Connect data, integrations, controls, and evaluation.</a:t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Measure successful outcomes, exceptions, risk, and cost.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04A2C5-F517-4EB8-A6D1-1CBC8693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AI7Lab · ai7lab.net · UAE / GCC</a:t>
            </a:r>
          </a:p>
        </p:txBody>
      </p:sp>
    </p:spTree>
    <p:extLst>
      <p:ext uri="{BB962C8B-B14F-4D97-AF65-F5344CB8AC3E}">
        <p14:creationId xmlns:p14="http://schemas.microsoft.com/office/powerpoint/2010/main" val="10658868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77061-7FF1-4EED-A246-C327C0D2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AI7LAB EXECUTIVE BRIEF ·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CBF72-AEB2-4F5C-9B06-D9E0AD61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Security and 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03D7CB-4B6F-4B7E-9EC2-F20D8CCF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906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Owned schemas and workflows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Define the business outcome and accountable owner.</a:t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Connect data, integrations, controls, and evaluation.</a:t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Measure successful outcomes, exceptions, risk, and cost.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71EE2B-4DDA-4379-BE43-58D9FE15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AI7Lab · ai7lab.net · UAE / GCC</a:t>
            </a:r>
          </a:p>
        </p:txBody>
      </p:sp>
    </p:spTree>
    <p:extLst>
      <p:ext uri="{BB962C8B-B14F-4D97-AF65-F5344CB8AC3E}">
        <p14:creationId xmlns:p14="http://schemas.microsoft.com/office/powerpoint/2010/main" val="7702458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B1A91-BC21-479F-9DF2-96ADFBFC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AI7LAB EXECUTIVE BRIEF ·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7CC2BC-64AE-4BFF-BAB8-0E4A82FE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Implementation complexity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FBA779-C715-4848-8639-0924B478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906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Evaluation and correction 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Define the business outcome and accountable owner.</a:t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Connect data, integrations, controls, and evaluation.</a:t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Measure successful outcomes, exceptions, risk, and cost.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C33CA-4154-4C2C-A189-62F32243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AI7Lab · ai7lab.net · UAE / GCC</a:t>
            </a:r>
          </a:p>
        </p:txBody>
      </p:sp>
    </p:spTree>
    <p:extLst>
      <p:ext uri="{BB962C8B-B14F-4D97-AF65-F5344CB8AC3E}">
        <p14:creationId xmlns:p14="http://schemas.microsoft.com/office/powerpoint/2010/main" val="8114560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89590-116F-41FB-B261-70637789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AI7LAB EXECUTIVE BRIEF ·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2845BF-5B86-4771-AFFA-9209F52E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Cost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B39264-0F2E-4E22-A1CA-83C23232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906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Replaceable models, durable operations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Define the business outcome and accountable owner.</a:t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Connect data, integrations, controls, and evaluation.</a:t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Measure successful outcomes, exceptions, risk, and cost.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B2983-7103-4DF5-9544-4F7D975B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AI7Lab · ai7lab.net · UAE / GCC</a:t>
            </a:r>
          </a:p>
        </p:txBody>
      </p:sp>
    </p:spTree>
    <p:extLst>
      <p:ext uri="{BB962C8B-B14F-4D97-AF65-F5344CB8AC3E}">
        <p14:creationId xmlns:p14="http://schemas.microsoft.com/office/powerpoint/2010/main" val="3087083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D00EF-FD4B-4775-BA4F-EBF3B7DF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AI7LAB EXECUTIVE BRIEF ·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392E5-F8B9-4329-A8EA-E4960264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Readiness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3C4CF6-00EC-4C12-A8C9-8A04B7C1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906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Owned schemas and workflows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Define the business outcome and accountable owner.</a:t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Connect data, integrations, controls, and evaluation.</a:t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Measure successful outcomes, exceptions, risk, and cost.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7AC02-FB87-4C86-9484-B83EAA88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AI7Lab · ai7lab.net · UAE / GCC</a:t>
            </a:r>
          </a:p>
        </p:txBody>
      </p:sp>
    </p:spTree>
    <p:extLst>
      <p:ext uri="{BB962C8B-B14F-4D97-AF65-F5344CB8AC3E}">
        <p14:creationId xmlns:p14="http://schemas.microsoft.com/office/powerpoint/2010/main" val="8384440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BA94C3-5324-4A95-AC4E-41E934D3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AI7LAB EXECUTIVE BRIEF ·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2285C-F7C8-454C-94B0-F5BEB391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90-day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58411-6B0D-4A7F-934F-9D4542FE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906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Evaluation and correction 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Define the business outcome and accountable owner.</a:t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Connect data, integrations, controls, and evaluation.</a:t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Measure successful outcomes, exceptions, risk, and cost.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A8B12-116E-4F3D-8765-0A6138DA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AI7Lab · ai7lab.net · UAE / GCC</a:t>
            </a:r>
          </a:p>
        </p:txBody>
      </p:sp>
    </p:spTree>
    <p:extLst>
      <p:ext uri="{BB962C8B-B14F-4D97-AF65-F5344CB8AC3E}">
        <p14:creationId xmlns:p14="http://schemas.microsoft.com/office/powerpoint/2010/main" val="17691209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72BAD8-749B-4E53-A148-AC36A64A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AI7LAB EXECUTIVE BRIEF ·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B6AB9-0F8F-4369-A83E-E081C80B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AI7Lab next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DAE019-6ECD-4776-A216-0A264C54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906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Replaceable models, durable operations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Define the business outcome and accountable owner.</a:t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Connect data, integrations, controls, and evaluation.</a:t>
            </a:r>
          </a:p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• Measure successful outcomes, exceptions, risk, and cost.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11FCEE-7697-4828-92D2-9431FEB2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AI7Lab · ai7lab.net · UAE / GCC</a:t>
            </a:r>
          </a:p>
        </p:txBody>
      </p:sp>
    </p:spTree>
    <p:extLst>
      <p:ext uri="{BB962C8B-B14F-4D97-AF65-F5344CB8AC3E}">
        <p14:creationId xmlns:p14="http://schemas.microsoft.com/office/powerpoint/2010/main" val="13446556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2026-08-28T04:21:56.6110000Z</dcterms:created>
  <dcterms:modified xsi:type="dcterms:W3CDTF">2026-08-28T04:21:56.6110000Z</dcterms:modified>
</coreProperties>
</file>