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1d3b244b146f8" /><Relationship Type="http://schemas.openxmlformats.org/officeDocument/2006/relationships/extended-properties" Target="/docProps/app.xml" Id="R78c0a4412ac74c76" /><Relationship Type="http://schemas.openxmlformats.org/officeDocument/2006/relationships/officeDocument" Target="/ppt/presentation.xml" Id="R3be91787113c4e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8e2132ccc42aa"/>
  </p:sldMasterIdLst>
  <p:notesMasterIdLst>
    <p:notesMasterId xmlns:r="http://schemas.openxmlformats.org/officeDocument/2006/relationships" r:id="Rc9c7b1dc473a4d9d"/>
  </p:notesMasterIdLst>
  <p:sldIdLst>
    <p:sldId xmlns:r="http://schemas.openxmlformats.org/officeDocument/2006/relationships" id="256" r:id="R45ca1db25fc0454a"/>
    <p:sldId xmlns:r="http://schemas.openxmlformats.org/officeDocument/2006/relationships" id="257" r:id="Rd08b04faa4a942e0"/>
    <p:sldId xmlns:r="http://schemas.openxmlformats.org/officeDocument/2006/relationships" id="258" r:id="Rd914a41b4e7e4b3a"/>
    <p:sldId xmlns:r="http://schemas.openxmlformats.org/officeDocument/2006/relationships" id="259" r:id="R47623d76a5f64dcb"/>
    <p:sldId xmlns:r="http://schemas.openxmlformats.org/officeDocument/2006/relationships" id="260" r:id="Raec119cbd5d947c2"/>
    <p:sldId xmlns:r="http://schemas.openxmlformats.org/officeDocument/2006/relationships" id="261" r:id="Rb4b9bcaeed6749f6"/>
    <p:sldId xmlns:r="http://schemas.openxmlformats.org/officeDocument/2006/relationships" id="262" r:id="Re997b929323e401e"/>
    <p:sldId xmlns:r="http://schemas.openxmlformats.org/officeDocument/2006/relationships" id="263" r:id="R5734ad92c4314cdc"/>
    <p:sldId xmlns:r="http://schemas.openxmlformats.org/officeDocument/2006/relationships" id="264" r:id="R77c527cf4aee4692"/>
    <p:sldId xmlns:r="http://schemas.openxmlformats.org/officeDocument/2006/relationships" id="265" r:id="Reda75d7f5115467b"/>
    <p:sldId xmlns:r="http://schemas.openxmlformats.org/officeDocument/2006/relationships" id="266" r:id="Rb9d02ba6cec54b0e"/>
    <p:sldId xmlns:r="http://schemas.openxmlformats.org/officeDocument/2006/relationships" id="267" r:id="Rce07b785153344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06a2b34d254027" /><Relationship Type="http://schemas.openxmlformats.org/officeDocument/2006/relationships/slideMaster" Target="/ppt/slideMasters/slideMaster1.xml" Id="R6458e2132ccc42aa" /><Relationship Type="http://schemas.openxmlformats.org/officeDocument/2006/relationships/notesMaster" Target="/ppt/notesMasters/notesMaster1.xml" Id="Rc9c7b1dc473a4d9d" /><Relationship Type="http://schemas.openxmlformats.org/officeDocument/2006/relationships/presProps" Target="/ppt/presProps.xml" Id="R3f9e3c0ddb31475b" /><Relationship Type="http://schemas.openxmlformats.org/officeDocument/2006/relationships/tableStyles" Target="/ppt/tableStyles.xml" Id="Reaf13e48a0584d4d" /><Relationship Type="http://schemas.openxmlformats.org/officeDocument/2006/relationships/slide" Target="/ppt/slides/slide1.xml" Id="R45ca1db25fc0454a" /><Relationship Type="http://schemas.openxmlformats.org/officeDocument/2006/relationships/slide" Target="/ppt/slides/slide2.xml" Id="Rd08b04faa4a942e0" /><Relationship Type="http://schemas.openxmlformats.org/officeDocument/2006/relationships/slide" Target="/ppt/slides/slide3.xml" Id="Rd914a41b4e7e4b3a" /><Relationship Type="http://schemas.openxmlformats.org/officeDocument/2006/relationships/slide" Target="/ppt/slides/slide4.xml" Id="R47623d76a5f64dcb" /><Relationship Type="http://schemas.openxmlformats.org/officeDocument/2006/relationships/slide" Target="/ppt/slides/slide5.xml" Id="Raec119cbd5d947c2" /><Relationship Type="http://schemas.openxmlformats.org/officeDocument/2006/relationships/slide" Target="/ppt/slides/slide6.xml" Id="Rb4b9bcaeed6749f6" /><Relationship Type="http://schemas.openxmlformats.org/officeDocument/2006/relationships/slide" Target="/ppt/slides/slide7.xml" Id="Re997b929323e401e" /><Relationship Type="http://schemas.openxmlformats.org/officeDocument/2006/relationships/slide" Target="/ppt/slides/slide8.xml" Id="R5734ad92c4314cdc" /><Relationship Type="http://schemas.openxmlformats.org/officeDocument/2006/relationships/slide" Target="/ppt/slides/slide9.xml" Id="R77c527cf4aee4692" /><Relationship Type="http://schemas.openxmlformats.org/officeDocument/2006/relationships/slide" Target="/ppt/slides/slide10.xml" Id="Reda75d7f5115467b" /><Relationship Type="http://schemas.openxmlformats.org/officeDocument/2006/relationships/slide" Target="/ppt/slides/slide11.xml" Id="Rb9d02ba6cec54b0e" /><Relationship Type="http://schemas.openxmlformats.org/officeDocument/2006/relationships/slide" Target="/ppt/slides/slide12.xml" Id="Rce07b7851533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d7c2368ce1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7f30ab3c4462b" /><Relationship Type="http://schemas.openxmlformats.org/officeDocument/2006/relationships/notesMaster" Target="/ppt/notesMasters/notesMaster1.xml" Id="R45edcc075fcf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86de5a570483e" /><Relationship Type="http://schemas.openxmlformats.org/officeDocument/2006/relationships/notesMaster" Target="/ppt/notesMasters/notesMaster1.xml" Id="R09e7df5ec4a8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489aea50f4943" /><Relationship Type="http://schemas.openxmlformats.org/officeDocument/2006/relationships/notesMaster" Target="/ppt/notesMasters/notesMaster1.xml" Id="R98c2e68a2a86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73693cf3c14022" /><Relationship Type="http://schemas.openxmlformats.org/officeDocument/2006/relationships/notesMaster" Target="/ppt/notesMasters/notesMaster1.xml" Id="R08782973fe9447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8768ff36f64f20" /><Relationship Type="http://schemas.openxmlformats.org/officeDocument/2006/relationships/notesMaster" Target="/ppt/notesMasters/notesMaster1.xml" Id="Rfbb0ba6bab2249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56aab38aa467f" /><Relationship Type="http://schemas.openxmlformats.org/officeDocument/2006/relationships/notesMaster" Target="/ppt/notesMasters/notesMaster1.xml" Id="R349467c1cbaf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313a1afa104faf" /><Relationship Type="http://schemas.openxmlformats.org/officeDocument/2006/relationships/notesMaster" Target="/ppt/notesMasters/notesMaster1.xml" Id="Rf05bf9532eea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b64f48e8cf4911" /><Relationship Type="http://schemas.openxmlformats.org/officeDocument/2006/relationships/notesMaster" Target="/ppt/notesMasters/notesMaster1.xml" Id="R5f1f0052977446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5990de0b2f482c" /><Relationship Type="http://schemas.openxmlformats.org/officeDocument/2006/relationships/notesMaster" Target="/ppt/notesMasters/notesMaster1.xml" Id="Rc9798b2a85a1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39cba933f04606" /><Relationship Type="http://schemas.openxmlformats.org/officeDocument/2006/relationships/notesMaster" Target="/ppt/notesMasters/notesMaster1.xml" Id="R2d0551651b7b40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176e0bcaf74356" /><Relationship Type="http://schemas.openxmlformats.org/officeDocument/2006/relationships/notesMaster" Target="/ppt/notesMasters/notesMaster1.xml" Id="R10e12a0413c148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55f6c57c034bb4" /><Relationship Type="http://schemas.openxmlformats.org/officeDocument/2006/relationships/notesMaster" Target="/ppt/notesMasters/notesMaster1.xml" Id="Re4cc677f64e3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3ea8f530d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8b9a56cbb40ad" /><Relationship Type="http://schemas.openxmlformats.org/officeDocument/2006/relationships/slideLayout" Target="/ppt/slideLayouts/slideLayout1.xml" Id="Rc3d936cf5ea743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936cf5ea743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8ef32669247cc" /><Relationship Type="http://schemas.openxmlformats.org/officeDocument/2006/relationships/notesSlide" Target="/ppt/notesSlides/notesSlide1.xml" Id="R024d68c4b60e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469c9efd64120" /><Relationship Type="http://schemas.openxmlformats.org/officeDocument/2006/relationships/notesSlide" Target="/ppt/notesSlides/notesSlide2.xml" Id="R5fdfc0ce3592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4b102aba0446e" /><Relationship Type="http://schemas.openxmlformats.org/officeDocument/2006/relationships/notesSlide" Target="/ppt/notesSlides/notesSlide3.xml" Id="R9f29807821aa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33286b8304cc0" /><Relationship Type="http://schemas.openxmlformats.org/officeDocument/2006/relationships/notesSlide" Target="/ppt/notesSlides/notesSlide4.xml" Id="Re0afb20a655b4e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8faa3f7947d3" /><Relationship Type="http://schemas.openxmlformats.org/officeDocument/2006/relationships/notesSlide" Target="/ppt/notesSlides/notesSlide5.xml" Id="R88270d2dc23a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b977fe7fe45d3" /><Relationship Type="http://schemas.openxmlformats.org/officeDocument/2006/relationships/notesSlide" Target="/ppt/notesSlides/notesSlide6.xml" Id="R2f2e8facc7ae45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286bd01634845" /><Relationship Type="http://schemas.openxmlformats.org/officeDocument/2006/relationships/notesSlide" Target="/ppt/notesSlides/notesSlide7.xml" Id="R94fa781b2f81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468f466e64f70" /><Relationship Type="http://schemas.openxmlformats.org/officeDocument/2006/relationships/notesSlide" Target="/ppt/notesSlides/notesSlide8.xml" Id="R99fbd7ff740d41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164cbfd994d54" /><Relationship Type="http://schemas.openxmlformats.org/officeDocument/2006/relationships/notesSlide" Target="/ppt/notesSlides/notesSlide9.xml" Id="R8abe4c2cbaff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056347f9b4dc4" /><Relationship Type="http://schemas.openxmlformats.org/officeDocument/2006/relationships/notesSlide" Target="/ppt/notesSlides/notesSlide10.xml" Id="R4fe874af099e48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6d25b648c40fd" /><Relationship Type="http://schemas.openxmlformats.org/officeDocument/2006/relationships/notesSlide" Target="/ppt/notesSlides/notesSlide11.xml" Id="R16814120ab2b43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9e85561d4c2c" /><Relationship Type="http://schemas.openxmlformats.org/officeDocument/2006/relationships/notesSlide" Target="/ppt/notesSlides/notesSlide12.xml" Id="Rb86bb55b682e4d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31D0B-D7A9-44D9-946A-533C4FA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8FF"/>
                </a:solidFill>
              </a:defRPr>
            </a:pPr>
            <a:r>
              <a:rPr sz="1050" b="1">
                <a:solidFill>
                  <a:srgbClr val="AFC8FF"/>
                </a:solidFill>
              </a:rPr>
              <a:t>AI7LAB EXECUTIVE BRIEF ·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4CAF5-B029-436A-B7C9-4A5263A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Enterprise AI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F5BB2-ED92-43AF-9942-7F68027B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6E4FF"/>
                </a:solidFill>
              </a:defRPr>
            </a:pPr>
            <a:r>
              <a:rPr sz="1875">
                <a:solidFill>
                  <a:srgbClr val="D6E4FF"/>
                </a:solidFill>
              </a:rPr>
              <a:t>A practical decision framework for UAE and GCC enterprise leaders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0E17D-0746-4A67-B8C5-C9811B4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FC8FF"/>
                </a:solidFill>
              </a:defRPr>
            </a:pPr>
            <a:r>
              <a:rPr sz="900">
                <a:solidFill>
                  <a:srgbClr val="AFC8FF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730902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6940-C50E-4318-9E26-B457D2D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D62F8-0B2A-4D23-8018-1C3FF49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Why AI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0DCD8-4349-4BB9-BA0B-746AF95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Data, controls,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F6B9C-5752-4A58-81F3-8AA3126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453432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321C2-BE41-437B-9918-EE9EB3C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F81BA-8818-4DA8-90C1-44CEF0AE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High-value use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80265-7FF5-4FA1-B9F7-6C51DEBA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Production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B877C-8B1F-4A9E-8F87-3DC0F73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766322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1A68C-BBCA-4352-A6F4-2FD0AA8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7336E-51C2-4CCD-9D2E-F6A93D54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What should not be automated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371FC-00EA-4DB2-A953-2AAC5C6A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Value and use-case discipline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21244-DD1B-4AC6-B4AB-2ABAF5E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528847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4C7F6-A2D0-4F04-B235-8470F0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9E3F9-454F-4F44-8B9C-F9DC86D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Required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E4B4-F3AE-488E-9C35-F1A828CF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Data, controls,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165EC-F621-4A9C-9212-0FAFF88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2067882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82F5F-54CE-487E-9625-C0B1A7B9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996A3-8FEE-478D-AF63-4823441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931D7-EB90-4E0C-A541-1A8EAD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Production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B156A-E936-49ED-9054-9184FCA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725084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DF657-7DBA-4BEF-9E3A-0D3728F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F0CDD-F570-445D-867E-315BAA7A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Security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F666F-797C-4C1D-AB63-AA97D00E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Value and use-case discipline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6B447-6E2D-4980-A04E-10DD3E4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041257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9CDE-F3B4-449D-A72A-FD736F10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AEDD7-99BB-4717-8CFC-F62EBD0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Implementation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48C86-CB44-4B7B-BB63-D4BD3FA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Data, controls,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9C267-506F-4E1F-8F1B-70091260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532719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7C8C7-ADA8-44E3-8320-C636C8C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4DADD-1B18-4AB2-9E2C-A31F247A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Cost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5FAA3-A0DD-44C9-BE00-B6DF1545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Production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57EEA-9887-47EB-8A57-D2EB011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814986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E157-E755-47D6-8BDC-23E405CE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0F794-959B-42ED-9DC6-8D731C61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Readiness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C11FD-45DB-439C-A6D8-EB363EF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Value and use-case discipline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A1361-DDD5-49E3-A28C-10E690B5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369673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70985-4788-4007-8AF7-225D759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D601A-0743-42D4-8EAF-C10AE1D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90-day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B256B-DEC0-4B8C-B2B9-334AF42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Data, controls,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A4FE7-E645-4E67-8054-A7E934A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2058244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3710C-8CFE-4258-B3D0-3DAA99F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7CAD3-AAA3-4C25-8909-68C11467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AI7Lab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847E5-ED5A-4D11-81BD-DD0BAFC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Production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3F40B-8F58-4334-9C1A-83CE8225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991253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2026-08-28T04:21:56.5110000Z</dcterms:created>
  <dcterms:modified xsi:type="dcterms:W3CDTF">2026-08-28T04:21:56.5110000Z</dcterms:modified>
</coreProperties>
</file>